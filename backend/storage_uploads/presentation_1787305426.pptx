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563EB"/>
                </a:solidFill>
              </a:defRPr>
            </a:pPr>
            <a:r>
              <a:t>Transforming Medicine: Artificial Intelligence in Healthcare</a:t>
            </a:r>
          </a:p>
          <a:p>
            <a:pPr algn="ctr">
              <a:defRPr sz="2000">
                <a:solidFill>
                  <a:srgbClr val="64748B"/>
                </a:solidFill>
              </a:defRPr>
            </a:pPr>
            <a:r>
              <a:t>Harnessing Advanced Algorithms to Improve Patient Outcomes and Operational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Rapid integration of AI across clinical diagnostics, drug discovery, and operations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Shift from reactive treatment models to proactive, predictive, and personalized care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Measurable reductions in healthcare costs paired with enhanced diagnostic accuracy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Urgent requirement to establish robust ethical, privacy, and regulatory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Market Dynamics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Market Size by 2030 | $187B+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Diagnostic Error Reduction | 30%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Annual US Cost Savings | $150B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Core Clinical &amp; Operational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Medical imaging and automated radiological pattern recognition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Predictive analytics for early identification of high-risk patients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Natural Language Processing (NLP) for automated clinical documentation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AI-driven virtual health assistants and decentralized remote patient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Revolutionizing Medical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Deep learning models matching or exceeding specialist-level accuracy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Early-stage detection capabilities in oncology, cardiology, and pathology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Real-time triaging of critical scans in emergency and acute care settings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Reduction of diagnostic latency and clinician cognitive overload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Accelerating Drug Discovery &amp;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Discovery Timeline Reduction | 45%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Early Research Cost Savings | 60%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Target Identification Speed | 5x Faster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Challenges &amp;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Algorithmic bias and representation gaps in training datasets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Patient data privacy, cybersecurity, and compliance with HIPAA and GDPR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The "black box" problem and need for explainable AI in high-stakes clinical decisions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Regulatory ambiguity regarding software liability and clinical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Future Trends &amp; Next-Generation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Generative AI for clinical trial design and automated synthetic data creation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Patient digital twins for personalized therapeutic and surgical simulation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Integration of edge AI into wearable biomedical sensors and point-of-care devices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Convergence of multi-omics data and foundational models for precision oncology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Strategic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AI acts as a force multiplier designed to augment rather than replace clinicians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Robust data infrastructure, governance, and transparency are vital for clinical trust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Healthcare leaders must prioritize cross-functional collaboration and staff upskilling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