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2563EB"/>
                </a:solidFill>
              </a:defRPr>
            </a:pPr>
            <a:r>
              <a:t>Python Programming Language</a:t>
            </a:r>
          </a:p>
          <a:p>
            <a:pPr algn="ctr">
              <a:defRPr sz="2000">
                <a:solidFill>
                  <a:srgbClr val="64748B"/>
                </a:solidFill>
              </a:defRPr>
            </a:pPr>
            <a:r>
              <a:t>Powering Modern Software Development, Data Science, and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Introduction to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High-level, interpreted, general-purpose programming language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Designed by Guido van Rossum and released in 1991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Built on a philosophy emphasizing code readability and simplicity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Supports object-oriented, functional, and procedural paradigms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Key Core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Clean, simple syntax that reduces the cost of program maintenance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Extensive standard library catering to diverse development needs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Cross-platform compatibility across Windows, macOS, and Linux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Massive, active global ecosystem supporting continuous evolution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Market Position &amp; Reach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Global Ranking | #1 Most Popular Language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Active Developers | 15 Million+ Worldwide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Enterprise Adoption | 80%+ Tech Companies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Key Application Domains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Artificial Intelligence and Machine Learning implementation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Web development via robust frameworks like Django and Flask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Data analysis, scientific computing, and statistical modeling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Process automation, scripting, and software testing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Robust Library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NumPy and Pandas for data structure manipulation and analysis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PyTorch and TensorFlow for deep learning and neural networks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Scikit-learn for foundational machine learning algorithms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Over 450,000 custom packages available on PyPI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Productivity Impact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Development Speed | 3x Faster than C/C++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Code Conciseness | 50% Fewer Lines of Code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Machine Learning Share | 75% Framework Dominance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Developer Experience &amp;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Low barrier to entry accelerates onboarding for new engineers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Rapid prototyping capabilities drastically reduce time-to-market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Seamless integration capabilities with C, C++, and Java modules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Flexible execution environments from cloud servers to microcontrollers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293B"/>
                </a:solidFill>
              </a:defRPr>
            </a:pPr>
            <a:r>
              <a:t>Strategic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Essential technology foundation for modern AI and data-driven solutions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Unmatched ecosystem richness drives high developer productivity</a:t>
            </a:r>
          </a:p>
          <a:p>
            <a:pPr>
              <a:spcAft>
                <a:spcPts val="1400"/>
              </a:spcAft>
              <a:defRPr sz="1800">
                <a:solidFill>
                  <a:srgbClr val="334155"/>
                </a:solidFill>
              </a:defRPr>
            </a:pPr>
            <a:r>
              <a:t>•  Continued industry adoption guarantees long-term viability and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